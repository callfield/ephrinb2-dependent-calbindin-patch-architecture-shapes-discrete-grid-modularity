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6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18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0107B-9E20-414C-9E98-64CD798EA618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943B-15F8-441A-B688-A89846C056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9527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0107B-9E20-414C-9E98-64CD798EA618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943B-15F8-441A-B688-A89846C056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241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0107B-9E20-414C-9E98-64CD798EA618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943B-15F8-441A-B688-A89846C056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51036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0107B-9E20-414C-9E98-64CD798EA618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943B-15F8-441A-B688-A89846C056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01934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0107B-9E20-414C-9E98-64CD798EA618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943B-15F8-441A-B688-A89846C056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4492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0107B-9E20-414C-9E98-64CD798EA618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943B-15F8-441A-B688-A89846C056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674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0107B-9E20-414C-9E98-64CD798EA618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943B-15F8-441A-B688-A89846C056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6702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0107B-9E20-414C-9E98-64CD798EA618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943B-15F8-441A-B688-A89846C056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28452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0107B-9E20-414C-9E98-64CD798EA618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943B-15F8-441A-B688-A89846C056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6783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0107B-9E20-414C-9E98-64CD798EA618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943B-15F8-441A-B688-A89846C056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1168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0107B-9E20-414C-9E98-64CD798EA618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C6943B-15F8-441A-B688-A89846C056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05205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D0107B-9E20-414C-9E98-64CD798EA618}" type="datetimeFigureOut">
              <a:rPr kumimoji="1" lang="ja-JP" altLang="en-US" smtClean="0"/>
              <a:t>2026/6/23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C6943B-15F8-441A-B688-A89846C056F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890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33E5EEC9-E1E3-C35F-1952-E27CC1ECFB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369332"/>
            <a:ext cx="8294499" cy="6488668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38F5D9E-9588-9474-03F0-36942AC9A3F4}"/>
              </a:ext>
            </a:extLst>
          </p:cNvPr>
          <p:cNvSpPr txBox="1"/>
          <p:nvPr/>
        </p:nvSpPr>
        <p:spPr>
          <a:xfrm>
            <a:off x="0" y="0"/>
            <a:ext cx="797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Expected Outcome 1 from Analysis_260204_seq_6MAD_AdaptiveBin.m</a:t>
            </a:r>
            <a:endParaRPr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832B84E0-0954-8D51-9020-6E49255192AB}"/>
              </a:ext>
            </a:extLst>
          </p:cNvPr>
          <p:cNvSpPr txBox="1"/>
          <p:nvPr/>
        </p:nvSpPr>
        <p:spPr>
          <a:xfrm>
            <a:off x="1905000" y="1038225"/>
            <a:ext cx="1581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Calcium trace</a:t>
            </a:r>
            <a:endParaRPr kumimoji="1" lang="ja-JP" altLang="en-US" sz="12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0E0B089-0373-8C61-53D8-C5CBD183047F}"/>
              </a:ext>
            </a:extLst>
          </p:cNvPr>
          <p:cNvSpPr txBox="1"/>
          <p:nvPr/>
        </p:nvSpPr>
        <p:spPr>
          <a:xfrm>
            <a:off x="1666875" y="630942"/>
            <a:ext cx="1581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rgbClr val="00B0F0"/>
                </a:solidFill>
              </a:rPr>
              <a:t>Animal speed</a:t>
            </a:r>
            <a:endParaRPr kumimoji="1" lang="ja-JP" altLang="en-US" sz="1200" dirty="0">
              <a:solidFill>
                <a:srgbClr val="00B0F0"/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A16CE34-3577-5331-4B07-A52F4EF5F8BD}"/>
              </a:ext>
            </a:extLst>
          </p:cNvPr>
          <p:cNvSpPr txBox="1"/>
          <p:nvPr/>
        </p:nvSpPr>
        <p:spPr>
          <a:xfrm>
            <a:off x="2695575" y="1786264"/>
            <a:ext cx="3809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/>
              <a:t>Animal trajectory at and spike events at each speed</a:t>
            </a:r>
            <a:endParaRPr kumimoji="1" lang="ja-JP" altLang="en-US" sz="1200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3506E8D-1CB6-EA25-9F0B-494CA31940F5}"/>
              </a:ext>
            </a:extLst>
          </p:cNvPr>
          <p:cNvSpPr txBox="1"/>
          <p:nvPr/>
        </p:nvSpPr>
        <p:spPr>
          <a:xfrm>
            <a:off x="2562225" y="2894498"/>
            <a:ext cx="3809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/>
              <a:t>Original occupancy map</a:t>
            </a:r>
            <a:endParaRPr kumimoji="1" lang="ja-JP" altLang="en-US" sz="1200" dirty="0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D151BBF-61E9-60BB-B392-B28FB04F38D8}"/>
              </a:ext>
            </a:extLst>
          </p:cNvPr>
          <p:cNvSpPr txBox="1"/>
          <p:nvPr/>
        </p:nvSpPr>
        <p:spPr>
          <a:xfrm>
            <a:off x="2590800" y="3948112"/>
            <a:ext cx="3809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/>
              <a:t>Gaussian filtered occupancy map</a:t>
            </a:r>
            <a:endParaRPr kumimoji="1" lang="ja-JP" altLang="en-US" sz="1200" dirty="0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89E6A1F-2BBC-8581-053C-A716E257468F}"/>
              </a:ext>
            </a:extLst>
          </p:cNvPr>
          <p:cNvSpPr txBox="1"/>
          <p:nvPr/>
        </p:nvSpPr>
        <p:spPr>
          <a:xfrm>
            <a:off x="2457450" y="5100637"/>
            <a:ext cx="380999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/>
              <a:t>Gaussian filtered rate map</a:t>
            </a:r>
            <a:endParaRPr kumimoji="1" lang="ja-JP" altLang="en-US" sz="12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2B2BA58-40E3-F6FF-49EC-545FB6D6B7BD}"/>
              </a:ext>
            </a:extLst>
          </p:cNvPr>
          <p:cNvSpPr txBox="1"/>
          <p:nvPr/>
        </p:nvSpPr>
        <p:spPr>
          <a:xfrm>
            <a:off x="4495799" y="699373"/>
            <a:ext cx="1581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/>
              <a:t>Rate map</a:t>
            </a:r>
            <a:endParaRPr kumimoji="1" lang="ja-JP" altLang="en-US" sz="1200" dirty="0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F52DB357-2EA4-E7B7-3FE4-EAA3BDE827DC}"/>
              </a:ext>
            </a:extLst>
          </p:cNvPr>
          <p:cNvSpPr txBox="1"/>
          <p:nvPr/>
        </p:nvSpPr>
        <p:spPr>
          <a:xfrm>
            <a:off x="3419474" y="699373"/>
            <a:ext cx="1581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/>
              <a:t>Spike map</a:t>
            </a:r>
            <a:endParaRPr kumimoji="1" lang="ja-JP" altLang="en-US" sz="12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F82F17A-1C19-2302-1E55-B97334498B26}"/>
              </a:ext>
            </a:extLst>
          </p:cNvPr>
          <p:cNvSpPr txBox="1"/>
          <p:nvPr/>
        </p:nvSpPr>
        <p:spPr>
          <a:xfrm>
            <a:off x="5610224" y="699373"/>
            <a:ext cx="1581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/>
              <a:t>Rescaled rate map</a:t>
            </a:r>
            <a:endParaRPr kumimoji="1" lang="ja-JP" altLang="en-US" sz="12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31DEAD2-4FF8-987E-3193-1CAD94E79F0F}"/>
              </a:ext>
            </a:extLst>
          </p:cNvPr>
          <p:cNvSpPr txBox="1"/>
          <p:nvPr/>
        </p:nvSpPr>
        <p:spPr>
          <a:xfrm>
            <a:off x="6832599" y="659323"/>
            <a:ext cx="15811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/>
              <a:t>Fine rate map</a:t>
            </a:r>
            <a:endParaRPr kumimoji="1" lang="ja-JP" altLang="en-US" sz="12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374B48B-4CB1-B2F4-709A-6B9DCC77E2E4}"/>
              </a:ext>
            </a:extLst>
          </p:cNvPr>
          <p:cNvSpPr txBox="1"/>
          <p:nvPr/>
        </p:nvSpPr>
        <p:spPr>
          <a:xfrm>
            <a:off x="6825361" y="1769506"/>
            <a:ext cx="1756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/>
              <a:t>Spatial info. vs. shuffle</a:t>
            </a:r>
            <a:endParaRPr kumimoji="1" lang="ja-JP" altLang="en-US" sz="1200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A9A9C2FD-B801-FAC1-83AE-78729F909C21}"/>
              </a:ext>
            </a:extLst>
          </p:cNvPr>
          <p:cNvSpPr txBox="1"/>
          <p:nvPr/>
        </p:nvSpPr>
        <p:spPr>
          <a:xfrm>
            <a:off x="6685217" y="3974841"/>
            <a:ext cx="175666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200" dirty="0"/>
              <a:t>Speed modulation</a:t>
            </a:r>
            <a:endParaRPr kumimoji="1" lang="ja-JP" altLang="en-US" sz="12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2D7050A-AD6A-96E3-71AE-C3C46FCF4E81}"/>
              </a:ext>
            </a:extLst>
          </p:cNvPr>
          <p:cNvSpPr txBox="1"/>
          <p:nvPr/>
        </p:nvSpPr>
        <p:spPr>
          <a:xfrm>
            <a:off x="0" y="338703"/>
            <a:ext cx="797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Rate-map and spatial information analysis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66853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CC1D169B-7F6B-CF86-9DE1-B92D08CB1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07552"/>
            <a:ext cx="9144000" cy="3798396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9412804-7363-CD87-3014-E4682F03422A}"/>
              </a:ext>
            </a:extLst>
          </p:cNvPr>
          <p:cNvSpPr txBox="1"/>
          <p:nvPr/>
        </p:nvSpPr>
        <p:spPr>
          <a:xfrm>
            <a:off x="0" y="0"/>
            <a:ext cx="797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Expected Outcome 2 from Analysis_260204_seq_6MAD_AdaptiveBin.m</a:t>
            </a:r>
            <a:endParaRPr lang="ja-JP" altLang="en-US" sz="2000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DB5814C-C966-4E76-DA90-FD95371B8B8C}"/>
              </a:ext>
            </a:extLst>
          </p:cNvPr>
          <p:cNvSpPr txBox="1"/>
          <p:nvPr/>
        </p:nvSpPr>
        <p:spPr>
          <a:xfrm>
            <a:off x="0" y="800100"/>
            <a:ext cx="797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Place field related analysis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14682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AF8336BE-9AE3-C1DE-A59A-36EEBDB90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686"/>
          <a:stretch>
            <a:fillRect/>
          </a:stretch>
        </p:blipFill>
        <p:spPr>
          <a:xfrm>
            <a:off x="1173065" y="2114550"/>
            <a:ext cx="6797870" cy="2628900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17ADFD0-811A-12F8-56A9-399FF38BE0F6}"/>
              </a:ext>
            </a:extLst>
          </p:cNvPr>
          <p:cNvSpPr txBox="1"/>
          <p:nvPr/>
        </p:nvSpPr>
        <p:spPr>
          <a:xfrm>
            <a:off x="0" y="0"/>
            <a:ext cx="797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Expected Outcome 3 from Analysis_260204_seq_6MAD_AdaptiveBin.m</a:t>
            </a:r>
            <a:endParaRPr lang="ja-JP" altLang="en-US" sz="20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0EE9B0A-B67E-5DE8-BE6C-101ACB10EBBA}"/>
              </a:ext>
            </a:extLst>
          </p:cNvPr>
          <p:cNvSpPr txBox="1"/>
          <p:nvPr/>
        </p:nvSpPr>
        <p:spPr>
          <a:xfrm>
            <a:off x="0" y="800100"/>
            <a:ext cx="797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Rate-map reliability analysis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25601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DF00CC93-003F-0AA1-E065-BA2ECCBB1B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07" y="2070100"/>
            <a:ext cx="4166780" cy="342128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508D89E9-CA70-CE16-5854-9F15CB658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6845" y="2070100"/>
            <a:ext cx="4166780" cy="3429000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A78C3BF-8C60-95AE-3141-18B3C834CB62}"/>
              </a:ext>
            </a:extLst>
          </p:cNvPr>
          <p:cNvSpPr txBox="1"/>
          <p:nvPr/>
        </p:nvSpPr>
        <p:spPr>
          <a:xfrm>
            <a:off x="0" y="0"/>
            <a:ext cx="79756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ja-JP" sz="2000" dirty="0"/>
              <a:t>Expected Outcome from Fig_Bayesian_260525.m</a:t>
            </a:r>
            <a:endParaRPr lang="ja-JP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244058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109</Words>
  <Application>Microsoft Office PowerPoint</Application>
  <PresentationFormat>画面に合わせる (4:3)</PresentationFormat>
  <Paragraphs>19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Hisayuki Osanai</dc:creator>
  <cp:lastModifiedBy>Hisayuki Osanai</cp:lastModifiedBy>
  <cp:revision>1</cp:revision>
  <dcterms:created xsi:type="dcterms:W3CDTF">2026-06-23T05:29:35Z</dcterms:created>
  <dcterms:modified xsi:type="dcterms:W3CDTF">2026-06-23T05:46:57Z</dcterms:modified>
</cp:coreProperties>
</file>